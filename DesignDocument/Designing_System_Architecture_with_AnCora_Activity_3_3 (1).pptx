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rig_pages/p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AnCora Activity 3.3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754880" y="3063240"/>
            <a:ext cx="2651760" cy="45720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 · Navigation · Integration · ERD Alignment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after the System Architecture, Use Cases &amp; Sequence Diagrams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REQUIRED FLUTTER SCREENS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Required Flutter Screens (Student)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365760"/>
          </a:xfrm>
          <a:prstGeom prst="roundRect">
            <a:avLst>
              <a:gd name="adj" fmla="val 12500"/>
            </a:avLst>
          </a:prstGeom>
          <a:solidFill>
            <a:srgbClr val="E07A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Screen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Requirement / Use Case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logs the student into the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main counselling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information and appointment request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upcoming appointments and 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Manage Appointments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History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previous appointments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History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75488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92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Announcements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messages and announcements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4892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Messages &amp; Announcements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5394960"/>
            <a:ext cx="114300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5532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 manage profile information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5532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REQUIRED ASP.NET SCREENS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Required ASP.NET Screens (Student)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provides the same student screens as Flutter. Both apps share the identical feature set and connect to the same Supabase backend.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11430000" cy="347472"/>
          </a:xfrm>
          <a:prstGeom prst="roundRect">
            <a:avLst>
              <a:gd name="adj" fmla="val 13158"/>
            </a:avLst>
          </a:prstGeom>
          <a:solidFill>
            <a:srgbClr val="E07A8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Screen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Requirement / Use Case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logs the student into the system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1938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main counselling services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1272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information and appointment request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21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7216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upcoming appointments and status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Manage Appointments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15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History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previous appointments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History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910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Announcements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4910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messages and announcements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0" y="4910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Messages &amp; Announcements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5394960"/>
            <a:ext cx="1143000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5504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 manage profile information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400" y="5504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REQUIRED ASP.NET SCREENS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Required ASP.NET Screens (Psychologist &amp; Admin)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57607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97280"/>
            <a:ext cx="5760720" cy="457200"/>
          </a:xfrm>
          <a:prstGeom prst="roundRect">
            <a:avLst>
              <a:gd name="adj" fmla="val 20000"/>
            </a:avLst>
          </a:prstGeom>
          <a:solidFill>
            <a:srgbClr val="E04A6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371600"/>
            <a:ext cx="5760720" cy="182880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Screens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psychologist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appointments &amp; pending requests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confirm or decline appointments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info, notes, status updates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931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relevant student information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Announcements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and centre announcements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029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 manage profile information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09728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09728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9B1B3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1371600"/>
            <a:ext cx="5577840" cy="182880"/>
          </a:xfrm>
          <a:prstGeom prst="rect">
            <a:avLst/>
          </a:prstGeom>
          <a:solidFill>
            <a:srgbClr val="9B1B3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Screens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administrator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students, appointments, stats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view and update student records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reschedule or cancel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6112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and triage information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4652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Statistics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961120" y="4206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statistics and reports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46520" y="4709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Announcements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96112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publish announcements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46520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961120" y="5212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account settings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NAVIGATION BETWEEN SCREENS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Navigation Map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11430000" cy="347472"/>
          </a:xfrm>
          <a:prstGeom prst="roundRect">
            <a:avLst>
              <a:gd name="adj" fmla="val 10526"/>
            </a:avLst>
          </a:prstGeom>
          <a:solidFill>
            <a:srgbClr val="E07A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Screen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Screen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 and log 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901952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975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1975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Request Appointment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1975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triage information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 &amp;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779776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 &amp;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available appointment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Appointment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218688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Appointment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My Appointments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69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4169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appointment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4169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535424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608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608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Appointment 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4608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History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974336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047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0" y="5047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Messages &amp; Announcements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0" y="5047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Announcements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5413248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Profile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5852160"/>
            <a:ext cx="114300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925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authenticated screen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114800" y="5925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Log Out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29600" y="5925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NAVIGATION BETWEEN SCREENS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Psychologist &amp; Administrator Navigation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57607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97280"/>
            <a:ext cx="5760720" cy="457200"/>
          </a:xfrm>
          <a:prstGeom prst="roundRect">
            <a:avLst>
              <a:gd name="adj" fmla="val 20000"/>
            </a:avLst>
          </a:prstGeom>
          <a:solidFill>
            <a:srgbClr val="E04A6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371600"/>
            <a:ext cx="5760720" cy="182880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Navigation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Psychologist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 Appointments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Appointment Details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Details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Records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Records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Messages &amp; Announcements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Profile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screen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 Out → Login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109728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09728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9B1B3A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1371600"/>
            <a:ext cx="5577840" cy="182880"/>
          </a:xfrm>
          <a:prstGeom prst="rect">
            <a:avLst/>
          </a:prstGeom>
          <a:solidFill>
            <a:srgbClr val="9B1B3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Navigation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Administrator 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 Students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 Appointments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611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Appointment Details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4652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96112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Reports &amp; Statistics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4652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9611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Messages &amp; Announcements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46520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9611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Settings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screen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96112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 Out → Login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MOBILE AND WEB INTEGRATION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↔ Supabase ↔ ASP.NET Integration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applications use the same Supabase backend so information created or changed in one is immediately available to the other.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D6DC"/>
          </a:solidFill>
          <a:ln w="19050">
            <a:solidFill>
              <a:srgbClr val="E0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508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D6DC"/>
          </a:solidFill>
          <a:ln w="19050">
            <a:solidFill>
              <a:srgbClr val="E0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D6DC"/>
          </a:solidFill>
          <a:ln w="19050">
            <a:solidFill>
              <a:srgbClr val="E0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11430000" cy="347472"/>
          </a:xfrm>
          <a:prstGeom prst="roundRect">
            <a:avLst>
              <a:gd name="adj" fmla="val 10526"/>
            </a:avLst>
          </a:prstGeom>
          <a:solidFill>
            <a:srgbClr val="E0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Mobile 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114300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appointment (Flutter)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Appointment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 / Admin views request (ASP.NET)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11430000" cy="502920"/>
          </a:xfrm>
          <a:prstGeom prst="roundRect">
            <a:avLst>
              <a:gd name="adj" fmla="val 5455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date /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Date &amp;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view selected slot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114300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confirms / declines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Status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sees updated status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754880"/>
            <a:ext cx="11430000" cy="502920"/>
          </a:xfrm>
          <a:prstGeom prst="roundRect">
            <a:avLst>
              <a:gd name="adj" fmla="val 5455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 submitted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Student info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Psych views record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5303520"/>
            <a:ext cx="114300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394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announcement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Announcement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5394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all users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EXAMPLE INTEGRATION PROCESS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Appointment Request Flow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37160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logs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Flutter mobile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1430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37160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triage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requests appointment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1430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137160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stored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Supabase Database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35440" y="11430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5560" y="137160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556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views request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7260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ASP.NET web app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17320" y="384048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3977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9436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decline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 / Admin updates status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36118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384048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36" name="Text 34"/>
          <p:cNvSpPr/>
          <p:nvPr/>
        </p:nvSpPr>
        <p:spPr>
          <a:xfrm>
            <a:off x="4343400" y="3977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2044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2044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Supabase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36118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3840480"/>
            <a:ext cx="822960" cy="822960"/>
          </a:xfrm>
          <a:prstGeom prst="ellipse">
            <a:avLst/>
          </a:prstGeom>
          <a:solidFill>
            <a:srgbClr val="E04A6A"/>
          </a:solidFill>
          <a:ln/>
        </p:spPr>
      </p:sp>
      <p:sp>
        <p:nvSpPr>
          <p:cNvPr id="41" name="Text 39"/>
          <p:cNvSpPr/>
          <p:nvPr/>
        </p:nvSpPr>
        <p:spPr>
          <a:xfrm>
            <a:off x="7269480" y="3977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4652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sees update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4652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mobile app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INTERFACE TO ERD ALIGNMENT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Interface ↔ ERD Alignment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11521440" cy="347472"/>
          </a:xfrm>
          <a:prstGeom prst="roundRect">
            <a:avLst>
              <a:gd name="adj" fmla="val 10526"/>
            </a:avLst>
          </a:prstGeom>
          <a:solidFill>
            <a:srgbClr val="E07A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/ Function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Entity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/ Field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46304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Password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6596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FirstName, LastName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46888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Mood, Info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TRIAGE_RECORD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Mood, AdditionalInfo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Appointment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AppointmentDate,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47472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Appointments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Psych, Status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PsychologistID, Status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97764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History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appointments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6112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AppointmentID, Status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48056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0" y="4572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Recipient, Content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96112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SenderID, ReceiverID, MessageText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498348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E4E8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0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Content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6112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Content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5486400"/>
            <a:ext cx="115214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">
            <a:solidFill>
              <a:srgbClr val="F0A8B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577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43200" y="5577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0" y="5577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USER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96112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INTERFACE TO ERD ALIGNMENT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Psychologist &amp; Administrator Interface ↔ ERD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57607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51560"/>
            <a:ext cx="5760720" cy="411480"/>
          </a:xfrm>
          <a:prstGeom prst="roundRect">
            <a:avLst>
              <a:gd name="adj" fmla="val 22222"/>
            </a:avLst>
          </a:prstGeom>
          <a:solidFill>
            <a:srgbClr val="E04A6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280160"/>
            <a:ext cx="5760720" cy="182880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15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Interface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 → USER (Email)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→ APPOINTMENT (Date, Status)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→ STUDENT (StudentID)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Appointments → APPOINTMENT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Records → STUDENT / USER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Appointment Details → TRIAGE + APPOINTMENT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Messages → MESSAGE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5166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Announcements → ANNOUNCEMENT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05156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0A8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051560"/>
            <a:ext cx="5577840" cy="411480"/>
          </a:xfrm>
          <a:prstGeom prst="roundRect">
            <a:avLst>
              <a:gd name="adj" fmla="val 22222"/>
            </a:avLst>
          </a:prstGeom>
          <a:solidFill>
            <a:srgbClr val="9B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1280160"/>
            <a:ext cx="5577840" cy="182880"/>
          </a:xfrm>
          <a:prstGeom prst="rect">
            <a:avLst/>
          </a:prstGeom>
          <a:solidFill>
            <a:srgbClr val="9B1B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1155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1645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 → USER (Email)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2148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→ STUDENT, APPOINTMENT, ANNOUNCEMENT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Students → STUDENT / USER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Appointments → APPOINTMENT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657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Reports &amp; Statistics → APPOINTMENT counts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Messages → MESSAGE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4663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Announcements → ANNOUNCEMENT (create)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166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Settings → USER (account info)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 ·  ACTIVITY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164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DESIGN ALIGNMENT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"/>
            <a:ext cx="1097280" cy="27432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Design Artefacts Align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070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61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functional and non-functional requirements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8928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47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actor performs each system function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5786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33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through which users perform the functions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644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192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 and fields that store interface data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9502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shared application data for both clients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E4E8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6360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690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Student-facing application using the shared data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F0A8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32180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04A6A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376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App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5349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for all roles using the shared data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6537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MATTERS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114800" cy="3200400"/>
          </a:xfrm>
          <a:prstGeom prst="ellipse">
            <a:avLst/>
          </a:prstGeom>
          <a:solidFill>
            <a:srgbClr val="FFD0D8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1097280"/>
            <a:ext cx="3200400" cy="2743200"/>
          </a:xfrm>
          <a:prstGeom prst="ellipse">
            <a:avLst/>
          </a:prstGeom>
          <a:solidFill>
            <a:srgbClr val="FFC0C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2880360"/>
            <a:ext cx="2103120" cy="45720"/>
          </a:xfrm>
          <a:prstGeom prst="rect">
            <a:avLst/>
          </a:prstGeom>
          <a:solidFill>
            <a:srgbClr val="E04A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  ·  ITC327W  ·  September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System Architecture  +  AnCora Activity 3.3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Design, Navigation, Integration &amp; ERD Alignment)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·  Listen  ·  Empower  ·  Mental Health Matters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Counselling Services Appointment Management App – System Architecture + Activity 3.3</dc:title>
  <dc:subject>ITC327W – Designing the System Architecture + AnCora Activity 3.3</dc:subject>
  <dc:creator>Group D</dc:creator>
  <cp:lastModifiedBy>Group D</cp:lastModifiedBy>
  <cp:revision>1</cp:revision>
  <dcterms:created xsi:type="dcterms:W3CDTF">2026-09-23T08:49:48Z</dcterms:created>
  <dcterms:modified xsi:type="dcterms:W3CDTF">2026-09-23T08:49:48Z</dcterms:modified>
</cp:coreProperties>
</file>