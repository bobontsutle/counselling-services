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9FEB-E3AA-3314-A1E7-1ECE79B60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3B9D67-8A7D-C2CA-AC50-426700CCD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F5919-2594-9555-C365-D0835F1A9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0E869-3171-49F4-9A67-6CEA7189B47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B9791-EAB2-35DD-3C00-46394546D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0A47D-2B3D-D4A7-033B-B56FD9BCB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61EC8-1F91-44E7-9ADD-1BB0BEE37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53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A0FD7-17F0-2AD0-1D09-FCEAB5A22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6EF23-D10F-BBD6-9C4C-0E9788138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41189-7B10-8FC0-9797-2CB00F60C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0E869-3171-49F4-9A67-6CEA7189B47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27A41-A385-4B9A-2345-6D5D2AF1B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4EE92-6919-FC12-D7CB-C6D74BF89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61EC8-1F91-44E7-9ADD-1BB0BEE37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73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91AF1-2B64-B5F9-FF79-55BAB92D4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172A8-FF17-798E-8910-7813B976D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B76CC-3353-9638-61AF-66FC7D114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0E869-3171-49F4-9A67-6CEA7189B47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446F1-EF48-7692-C1CB-AA4659109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E0E33-4F8C-F1EE-83AB-194646661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61EC8-1F91-44E7-9ADD-1BB0BEE37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691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70553-B6B0-FD53-8255-F87BF29B6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F00E7-C9D3-ABD8-9816-9BCA07BE37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8DE31-3B90-43C3-E50F-0E95693976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93486-BF0A-90DB-0F10-62B81C243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0E869-3171-49F4-9A67-6CEA7189B47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BC762-C4C4-9212-5451-5DA3A2F73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A6E62-44A6-7682-C195-C663FE55D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61EC8-1F91-44E7-9ADD-1BB0BEE37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08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782A5-4BBB-CA3A-8B69-83B9AB8B0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0F849-4A4D-7FA6-564F-468DAB0C7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5C14B-E02A-DCD9-B67A-C38B584CD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EF7677-2B86-6256-E595-AC84495831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94B45F-B84E-F16D-58C1-4AD3D2C8C2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1D6366-7CB5-04FD-21EF-A2A887E29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0E869-3171-49F4-9A67-6CEA7189B47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3264E-51BA-450E-670E-DAA74C676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CBA34E-152A-2A4C-E81E-28B1D9B25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61EC8-1F91-44E7-9ADD-1BB0BEE37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69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3C76F-2E9A-C386-B9CA-74B4BAA3B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53ADB-74A4-B3CF-CA40-035237BC6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0E869-3171-49F4-9A67-6CEA7189B47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089562-0ED7-CF53-5105-E5F40F85B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D2B61-BA32-3C62-E24D-0B37DAD27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61EC8-1F91-44E7-9ADD-1BB0BEE37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874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58A1CC-297E-7854-E6DA-C0F55672D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0E869-3171-49F4-9A67-6CEA7189B47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E8A0E7-551F-F75E-0660-367030E14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1F103-DA75-90AD-393E-300BE04D6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61EC8-1F91-44E7-9ADD-1BB0BEE37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27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F1A94-7368-704A-9406-4F7060C34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49F08-4416-515E-EBFC-139050111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16E8C4-9267-DAFD-26F8-61B556ADEA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4C6B46-179F-6141-E026-E15C52904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0E869-3171-49F4-9A67-6CEA7189B47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B4453-559A-E4CF-C904-ED4799BDC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3F127-5C46-6DB9-F09D-2DDF200C5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61EC8-1F91-44E7-9ADD-1BB0BEE37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231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BD9D5-D3AD-C1F5-5227-8E99CAE62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525DA0-A763-0E48-3747-F515690675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5226EB-A9FC-9D38-B167-2812D098F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010A3-2D53-88E7-0C1F-6F19DA826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0E869-3171-49F4-9A67-6CEA7189B47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BFABC-AB50-85E1-D41F-98ABBFF2A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F3BFB-72C4-49DD-8F4F-AA7B6134B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61EC8-1F91-44E7-9ADD-1BB0BEE37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74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32A6F-F385-B941-7B06-A3D1AFA63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BF8AE-1D74-A7B2-4BAB-D373D0FAB6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30EE7-0476-12D5-5F0D-23CD08E75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0E869-3171-49F4-9A67-6CEA7189B47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D081B-2283-AD27-D619-1C938F026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36B79-CF5D-27F2-157D-1BE00AC8B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61EC8-1F91-44E7-9ADD-1BB0BEE37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197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076953-0677-53FC-F948-33A6C5ADC3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D4253E-500F-3970-1A3E-233458977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ADA32-C86D-D1AB-8D26-875E4CFB1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0E869-3171-49F4-9A67-6CEA7189B47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DA1D3-3DD4-F0D7-FDC6-52489575A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D5E4C-3455-C698-90C6-E36186AF5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61EC8-1F91-44E7-9ADD-1BB0BEE37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333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4A2A88-B164-2B5B-67A5-6C1DA6DB9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147B8-DD6E-AB91-8E79-9982C6638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DDEC8-B414-7AB1-E606-EAC1C04AB5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0E869-3171-49F4-9A67-6CEA7189B47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D45D7-D6C4-4800-85BC-82B83840CF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1B75D-1519-C631-A02A-5529482205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61EC8-1F91-44E7-9ADD-1BB0BEE37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814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CCA3A4-9A7E-E59F-0A1E-8B5EE5297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248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4F6069-6782-49F1-22F1-21D412BC3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832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D6AE61-6CCA-6022-75D9-965F8645A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721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2DA2FE-5DA0-7FF7-E36E-08253C390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062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CB8F60-38A8-9F5F-3BF4-94716FE37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158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669DB8-3406-741C-0F87-CB28FD3AB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481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789925-8F7A-8387-C427-778727DA1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197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CF3052-C83B-BD98-FDBF-AE532AE33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606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653169-F182-D35C-0C35-5C6A684DB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407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C47D89-D283-4D03-ABDE-2BC02DD2A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01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Bongi Rachoene</dc:creator>
  <cp:lastModifiedBy>Bongi Rachoene</cp:lastModifiedBy>
  <cp:revision>1</cp:revision>
  <dcterms:created xsi:type="dcterms:W3CDTF">2026-08-31T19:24:09Z</dcterms:created>
  <dcterms:modified xsi:type="dcterms:W3CDTF">2026-08-31T19:25:24Z</dcterms:modified>
</cp:coreProperties>
</file>